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457200"/>
            <a:ext cx="5486400" cy="4114800"/>
          </a:xfrm>
          <a:prstGeom prst="ellipse">
            <a:avLst/>
          </a:prstGeom>
          <a:solidFill>
            <a:srgbClr val="3D0A0C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STRATEGY 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TESLA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3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1463040" cy="22860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651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828800" y="35204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01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1: Introduction to Tesla and Model 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828800" y="37947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02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2: Critical Analysis of Market Context (PESTEL, Porter's, SWOT)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828800" y="4069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03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3: Segmentation, Targeting and Positioning (STP)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828800" y="4343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04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4: Analysis of Marketing Mix (7Ps) &amp; Recommendations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828800" y="46177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05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Executive Summary &amp; References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 to Tesla &amp; Model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31920" cy="18288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Background of Tesla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2763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234440"/>
            <a:ext cx="3931920" cy="18288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Story of Model 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92040" y="1627632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45720" cy="1691640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3101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Why Consumers Choose Model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3566160"/>
            <a:ext cx="7772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Analysis of Market Context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31920" cy="370332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Market Trends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468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2.2.1 PESTEL Analysis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97480"/>
          <a:ext cx="3611880" cy="210312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24688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Points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Political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Technological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Environmental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54880" y="1234440"/>
            <a:ext cx="3931920" cy="19659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3" name="Text 10"/>
          <p:cNvSpPr/>
          <p:nvPr/>
        </p:nvSpPr>
        <p:spPr>
          <a:xfrm>
            <a:off x="489204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2.2.2 Porter's Five Forces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600200"/>
          <a:ext cx="3611880" cy="146304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233172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Suppliers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Entrants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Substitutes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Rivalry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(content to be added)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54880" y="333756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892040" y="3383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892040" y="363931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18" name="Shape 14"/>
          <p:cNvSpPr/>
          <p:nvPr/>
        </p:nvSpPr>
        <p:spPr>
          <a:xfrm>
            <a:off x="4892040" y="3639312"/>
            <a:ext cx="36576" cy="56692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5"/>
          <p:cNvSpPr/>
          <p:nvPr/>
        </p:nvSpPr>
        <p:spPr>
          <a:xfrm>
            <a:off x="4983480" y="36758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— Strengths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4983480" y="38587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  <p:sp>
        <p:nvSpPr>
          <p:cNvPr id="21" name="Shape 17"/>
          <p:cNvSpPr/>
          <p:nvPr/>
        </p:nvSpPr>
        <p:spPr>
          <a:xfrm>
            <a:off x="6766560" y="363931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22" name="Shape 18"/>
          <p:cNvSpPr/>
          <p:nvPr/>
        </p:nvSpPr>
        <p:spPr>
          <a:xfrm>
            <a:off x="6766560" y="3639312"/>
            <a:ext cx="36576" cy="566928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0" y="36758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— Weaknesses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6858000" y="38587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  <p:sp>
        <p:nvSpPr>
          <p:cNvPr id="25" name="Shape 21"/>
          <p:cNvSpPr/>
          <p:nvPr/>
        </p:nvSpPr>
        <p:spPr>
          <a:xfrm>
            <a:off x="4892040" y="427939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26" name="Shape 22"/>
          <p:cNvSpPr/>
          <p:nvPr/>
        </p:nvSpPr>
        <p:spPr>
          <a:xfrm>
            <a:off x="4892040" y="4279392"/>
            <a:ext cx="36576" cy="56692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7" name="Text 23"/>
          <p:cNvSpPr/>
          <p:nvPr/>
        </p:nvSpPr>
        <p:spPr>
          <a:xfrm>
            <a:off x="4983480" y="43159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Opportunities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4983480" y="4498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  <p:sp>
        <p:nvSpPr>
          <p:cNvPr id="29" name="Shape 25"/>
          <p:cNvSpPr/>
          <p:nvPr/>
        </p:nvSpPr>
        <p:spPr>
          <a:xfrm>
            <a:off x="6766560" y="427939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30" name="Shape 26"/>
          <p:cNvSpPr/>
          <p:nvPr/>
        </p:nvSpPr>
        <p:spPr>
          <a:xfrm>
            <a:off x="6766560" y="4279392"/>
            <a:ext cx="36576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Text 27"/>
          <p:cNvSpPr/>
          <p:nvPr/>
        </p:nvSpPr>
        <p:spPr>
          <a:xfrm>
            <a:off x="6858000" y="43159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— Threats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6858000" y="4498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Segmentation, Targeting &amp; Positioning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3.1.1 Demographic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340156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3.1.2 Psychographic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0156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3.1.3 Behavioural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3620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880360"/>
            <a:ext cx="45720" cy="105156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9260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BB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3.2.1 Primary 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1546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880360"/>
            <a:ext cx="45720" cy="105156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9260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2A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3.2.2 Secondary Target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1546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3931920" cy="86868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11480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Positioning Strategy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" y="43708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4114800"/>
            <a:ext cx="3931920" cy="86868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4114800"/>
            <a:ext cx="45720" cy="86868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STP Recommendations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3708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Mix — 7Ps &amp;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Product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78608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78608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2670048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Pricing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670048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0016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0016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Distribution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91456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21424" y="1188720"/>
            <a:ext cx="1938528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21424" y="1188720"/>
            <a:ext cx="1938528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9" name="Text 17"/>
          <p:cNvSpPr/>
          <p:nvPr/>
        </p:nvSpPr>
        <p:spPr>
          <a:xfrm>
            <a:off x="6912864" y="125272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Promotion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12864" y="146304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2606040" cy="1234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06324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1272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People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8640" y="3337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91840" y="3063240"/>
            <a:ext cx="2606040" cy="1234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91840" y="306324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31272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Process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83280" y="3337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26480" y="3063240"/>
            <a:ext cx="2606040" cy="12344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126480" y="306324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31272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 Physical Evidence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17920" y="33375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4434840"/>
            <a:ext cx="45720" cy="5486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4622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 Recommendations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008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 </a:t>
            </a:r>
            <a:pPr indent="0" marL="0">
              <a:buNone/>
            </a:pPr>
            <a:r>
              <a:rPr lang="en-US" sz="9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8229600" cy="27432"/>
          </a:xfrm>
          <a:prstGeom prst="rect">
            <a:avLst/>
          </a:prstGeom>
          <a:solidFill>
            <a:srgbClr val="2A2A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4005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(content to be added)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0" y="47548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Tesla Model 3 - Marketing Strategy</dc:title>
  <dc:subject>PptxGenJS Presentation</dc:subject>
  <dc:creator>PptxGenJS</dc:creator>
  <cp:lastModifiedBy>PptxGenJS</cp:lastModifiedBy>
  <cp:revision>1</cp:revision>
  <dcterms:created xsi:type="dcterms:W3CDTF">2026-03-23T16:27:46Z</dcterms:created>
  <dcterms:modified xsi:type="dcterms:W3CDTF">2026-03-23T16:27:46Z</dcterms:modified>
</cp:coreProperties>
</file>