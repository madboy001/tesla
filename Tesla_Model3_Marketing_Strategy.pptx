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3D0A0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TESLA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3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931920" y="3520440"/>
            <a:ext cx="128016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Redefining How Cars Are Sold in America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42062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023360" cy="320040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402336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Approach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2402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77"/>
                </a:solidFill>
              </a:rPr>
              <a:t>This analysis examines Tesla Model 3's marketing strategy in the US market using established strategic frameworks.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Frameworks Applied: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SWOT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PESTEL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Porter's Five Forces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STP Framework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Marketing Mix (4Ps &amp; 7Ps)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55448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02920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EV Market Share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dominates the electric vehicle segment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320040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0" y="3291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029200" y="38862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Ad Spend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Tesla's zero-advertising model disrupts traditional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marketing playbooks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&amp; Communication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strategic marketing matters in the EV revolution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0" cy="29260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4688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Builds brand awareness without paid advertising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Creates emotional connection with consumers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Drives organic demand in competitive market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783080"/>
            <a:ext cx="2560320" cy="29260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78308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011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24688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Product-led growth 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CEO-driven social media presence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Community-powered word of mouth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560320" cy="29260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78308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24688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Direct-to-consumer sales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Referral programs ($1,000+ incentives)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Experience-first Tesla stores &amp; galleries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&amp; Product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023360" cy="320040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 Inc.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Founded 2003 in Palo Alto, California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Mission: Accelerate the world's transition to sustainable energy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Market Cap: ~$800B+ (2025)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99"/>
                </a:solidFill>
              </a:rPr>
              <a:t>Global deliveries: 1.8M+ vehicles (2024)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55448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$38,990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02920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MSRP — Model 3 launched 2017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affordable Tesla, best-selling EV in the US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320040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3703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Zero emissions, sustainable energy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Cutting-edge tech: Autopilot, OTA updates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60% lower fuel costs vs ICE vehicles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50% less maintenance required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SWOT &amp; PESTEL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50876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508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loyalty &amp; recognition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&amp; innovation leadership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 model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150876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54864" cy="150876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 issues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service 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price perception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931920" cy="150876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54680"/>
            <a:ext cx="54864" cy="150876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EV market growth ($67B+)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 federal tax credit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driving expansion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3931920" cy="150876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54680"/>
            <a:ext cx="54864" cy="15087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competition (BYD, Ford)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 price volatility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changes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Porter's Five Forces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51206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2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Bargaining Power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7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dependency on limited lithium/cobalt suppliers; Tesla's Gigafactory mitigates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 Bargaining Power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7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 EV alternatives increase choice; strong brand loyalty offsets switching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of New Entrants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BB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capital requirements ($B+ investment); regulatory and infrastructure barriers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of Substitutes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7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Hybrids, hydrogen, public transit offer alternatives; EV adoption trend reduces threat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Rivalry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52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Intense competition from Ford, GM, BYD, Hyundai, VW entering EV space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STP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Segmentation, Targeting &amp; Positioning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0320" cy="301752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3774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Demographic: Age 25-45, Income $75K+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Psychographic: Tech-forward, eco-conscious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Behavioral: Early adopters, high brand loyalty (91%)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60320" cy="301752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69164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9202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66160" y="23774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Primary: Urban tech professionals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Secondary: Eco-conscious families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Tertiary: Fleet operators &amp; corporate buyers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560320" cy="301752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69164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23774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Innovation leader at accessible price point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Premium tech brand, not just automaker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Sustainability as core brand identity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Mix — 4Ps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EV with OTA updates, Autopilot, minimalist interior design, 358-mile range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$38,990-$52,990 range. Transparent pricing, no dealer markup, federal tax credit eligible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20040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2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Direct-to-consumer model. Online ordering, Tesla stores, home delivery, 15,000+ Superchargers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20040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0040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832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PROMOTION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paid advertising. CEO social media, word of mouth, referral programs, earned media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32918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329184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Mix (4Ps)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Product: Launch affordable sub-$30K variant to expand TAM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Price: Implement dynamic pricing based on demand signals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Place: Expand service center network by 40%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Promotion: Targeted digital campaigns for emerging segments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(7Ps Extension)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Process: Streamline service booking and delivery logistics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People: Invest in customer service training programs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Physical Evidence: Enhance showroom experience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54864" cy="3291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9659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Broaden target to include mid-income ($50K+) consumers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Strengthen positioning against Chinese EV brands (BYD)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Develop fleet/B2B segment for corporate sustainability goals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Localize marketing for regional US market differences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Leverage owner testimonials as positioning tool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Statista (2025). US Electric Vehicle Market Report. Available at: statista.com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Tesla Inc. (2024). Annual Report &amp; Form 10-K Filing. SEC.gov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Porter, M.E. (1979). 'How Competitive Forces Shape Strategy'. Harvard Business Review, 57(2), pp.137-145.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Kotler, P. &amp; Keller, K.L. (2016). Marketing Management. 15th Edition. Pearson Education.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International Energy Agency (2025). Global EV Outlook 2025. IEA Publications.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Bloomberg NEF (2025). Electric Vehicle Market Analysis &amp; Forecast.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McKinsey &amp; Company (2024). 'The Future of Mobility: Electric Vehicles in America'.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99"/>
                </a:solidFill>
              </a:rPr>
              <a:t>Deloitte (2025). Global Automotive Consumer Study — US Market Focus.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Tesla Model 3 - Marketing Strategy Analysis</dc:title>
  <dc:subject>PptxGenJS Presentation</dc:subject>
  <dc:creator>Tesla Marketing Analysis</dc:creator>
  <cp:lastModifiedBy>Tesla Marketing Analysis</cp:lastModifiedBy>
  <cp:revision>1</cp:revision>
  <dcterms:created xsi:type="dcterms:W3CDTF">2026-03-21T08:45:14Z</dcterms:created>
  <dcterms:modified xsi:type="dcterms:W3CDTF">2026-03-21T08:45:14Z</dcterms:modified>
</cp:coreProperties>
</file>